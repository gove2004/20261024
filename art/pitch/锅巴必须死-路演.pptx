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822960" cy="32004"/>
          </a:xfrm>
          <a:prstGeom prst="rect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500" b="0">
                <a:solidFill>
                  <a:srgbClr val="9A92B5"/>
                </a:solidFill>
                <a:latin typeface="微软雅黑"/>
              </a:defRPr>
            </a:pPr>
            <a:r>
              <a:t>反向肉鸽 · 2D 俯视角 · 单局 5 分钟 · 浏览器直接玩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7800" b="1">
                <a:solidFill>
                  <a:srgbClr val="F2ECFF"/>
                </a:solidFill>
                <a:latin typeface="微软雅黑"/>
              </a:defRPr>
            </a:pPr>
            <a:r>
              <a:t>锅巴必须死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0">
                <a:solidFill>
                  <a:srgbClr val="9B6BFF"/>
                </a:solidFill>
                <a:latin typeface="微软雅黑"/>
              </a:defRPr>
            </a:pPr>
            <a:r>
              <a:t>你是魔王。你连身体都没有。</a:t>
            </a:r>
          </a:p>
          <a:p>
            <a:pPr algn="l">
              <a:lnSpc>
                <a:spcPct val="125000"/>
              </a:lnSpc>
              <a:defRPr sz="2000" b="0">
                <a:solidFill>
                  <a:srgbClr val="9B6BFF"/>
                </a:solidFill>
                <a:latin typeface="微软雅黑"/>
              </a:defRPr>
            </a:pPr>
            <a:r>
              <a:t>把魔物摆好，在五分钟内杀掉来讨伐你的勇者「锅巴」。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00600"/>
            <a:ext cx="2926080" cy="18288"/>
          </a:xfrm>
          <a:prstGeom prst="rect">
            <a:avLst/>
          </a:prstGeom>
          <a:solidFill>
            <a:srgbClr val="33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F2ECFF"/>
                </a:solidFill>
                <a:latin typeface="微软雅黑"/>
              </a:defRPr>
            </a:pPr>
            <a:r>
              <a:t>锅巴队 · 郭峰 / 周玉通 / 周家名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00" b="0">
                <a:solidFill>
                  <a:srgbClr val="9A92B5"/>
                </a:solidFill>
                <a:latin typeface="微软雅黑"/>
              </a:defRPr>
            </a:pPr>
            <a:r>
              <a:t>WaytoAGI 1024 切磋大会 · 游戏赛道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2ECFF"/>
                </a:solidFill>
                <a:latin typeface="微软雅黑"/>
              </a:defRPr>
            </a:pPr>
            <a:r>
              <a:t>普通肉鸽是「你去杀怪」。</a:t>
            </a:r>
          </a:p>
          <a:p>
            <a:pPr algn="l">
              <a:lnSpc>
                <a:spcPct val="125000"/>
              </a:lnSpc>
              <a:defRPr sz="3200" b="1">
                <a:solidFill>
                  <a:srgbClr val="F2ECFF"/>
                </a:solidFill>
                <a:latin typeface="微软雅黑"/>
              </a:defRPr>
            </a:pPr>
            <a:r>
              <a:t>这一款反过来——怪是你的，勇者是来杀你的。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88920"/>
            <a:ext cx="3840480" cy="27432"/>
          </a:xfrm>
          <a:prstGeom prst="rect">
            <a:avLst/>
          </a:prstGeom>
          <a:solidFill>
            <a:srgbClr val="9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  <a:defRPr sz="1900" b="0">
                <a:solidFill>
                  <a:srgbClr val="F2ECFF"/>
                </a:solidFill>
                <a:latin typeface="微软雅黑"/>
              </a:defRPr>
            </a:pPr>
            <a:r>
              <a:t>你是魔王。你连身体都没有，所以画面上看不到你：镜头永远跟着来讨伐你的勇者「锅巴」。</a:t>
            </a:r>
          </a:p>
          <a:p>
            <a:pPr algn="l">
              <a:lnSpc>
                <a:spcPct val="155000"/>
              </a:lnSpc>
              <a:defRPr sz="1900" b="0">
                <a:solidFill>
                  <a:srgbClr val="F2ECFF"/>
                </a:solidFill>
                <a:latin typeface="微软雅黑"/>
              </a:defRPr>
            </a:pPr>
            <a:r>
              <a:t>你能做的只有一件事——在他必经之路上，提前把魔物摆好。</a:t>
            </a:r>
          </a:p>
          <a:p>
            <a:pPr algn="l">
              <a:lnSpc>
                <a:spcPct val="155000"/>
              </a:lnSpc>
              <a:defRPr sz="1900" b="0">
                <a:solidFill>
                  <a:srgbClr val="F2ECFF"/>
                </a:solidFill>
                <a:latin typeface="微软雅黑"/>
              </a:defRPr>
            </a:pPr>
            <a:r>
              <a:t>他杀你的怪会变强，你每 30 秒拿一条「七宗罪」权能也会让你的怪变强。</a:t>
            </a:r>
          </a:p>
          <a:p>
            <a:pPr algn="l">
              <a:lnSpc>
                <a:spcPct val="155000"/>
              </a:lnSpc>
              <a:defRPr sz="1900" b="0">
                <a:solidFill>
                  <a:srgbClr val="F2ECFF"/>
                </a:solidFill>
                <a:latin typeface="微软雅黑"/>
              </a:defRPr>
            </a:pPr>
            <a:r>
              <a:t>五分钟内把他留下，或者看着他推平你的王座。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怎么玩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000" b="1">
                <a:solidFill>
                  <a:srgbClr val="F2ECFF"/>
                </a:solidFill>
                <a:latin typeface="微软雅黑"/>
              </a:defRPr>
            </a:pPr>
            <a:r>
              <a:t>30 秒一个节拍，一局 10 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2286000"/>
          </a:xfrm>
          <a:prstGeom prst="roundRect">
            <a:avLst/>
          </a:prstGeom>
          <a:solidFill>
            <a:srgbClr val="161322"/>
          </a:solidFill>
          <a:ln w="12700">
            <a:solidFill>
              <a:srgbClr val="2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084832"/>
            <a:ext cx="457200" cy="41148"/>
          </a:xfrm>
          <a:prstGeom prst="rect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① 摆怪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5 张魔物卡，星级 1–10。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星数上限随时间上涨，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所以牌面会越铺越大。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00400" cy="2286000"/>
          </a:xfrm>
          <a:prstGeom prst="roundRect">
            <a:avLst/>
          </a:prstGeom>
          <a:solidFill>
            <a:srgbClr val="161322"/>
          </a:solidFill>
          <a:ln w="12700">
            <a:solidFill>
              <a:srgbClr val="2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084832"/>
            <a:ext cx="457200" cy="41148"/>
          </a:xfrm>
          <a:prstGeom prst="rect">
            <a:avLst/>
          </a:prstGeom>
          <a:solidFill>
            <a:srgbClr val="9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76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② 收权能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每 30 秒三选一「七宗罪」：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暴食、色欲、贪婪……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每条都在改这局的规则。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3200400" cy="2286000"/>
          </a:xfrm>
          <a:prstGeom prst="roundRect">
            <a:avLst/>
          </a:prstGeom>
          <a:solidFill>
            <a:srgbClr val="161322"/>
          </a:solidFill>
          <a:ln w="12700">
            <a:solidFill>
              <a:srgbClr val="2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084832"/>
            <a:ext cx="457200" cy="4114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176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③ 看他成长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他杀怪升级、学七美德、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换技能。你是看着他变强，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再想办法把他按回去。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500" b="0">
                <a:solidFill>
                  <a:srgbClr val="9A92B5"/>
                </a:solidFill>
                <a:latin typeface="微软雅黑"/>
              </a:defRPr>
            </a:pPr>
            <a:r>
              <a:t>五张卡＝五种走位：史莱姆堵路 / 蝙蝠群穿行 / 哥布林远程消耗 / 石像鬼卡弹道 / 巨大蜘蛛吐丝近咬还生小蜘蛛。</a:t>
            </a:r>
          </a:p>
          <a:p>
            <a:pPr algn="l">
              <a:lnSpc>
                <a:spcPct val="125000"/>
              </a:lnSpc>
              <a:defRPr sz="1500" b="0">
                <a:solidFill>
                  <a:srgbClr val="9A92B5"/>
                </a:solidFill>
                <a:latin typeface="微软雅黑"/>
              </a:defRPr>
            </a:pPr>
            <a:r>
              <a:t>没有经济系统、没有抽卡——只有「提前布置」这一件事。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记忆点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000" b="1">
                <a:solidFill>
                  <a:srgbClr val="F2ECFF"/>
                </a:solidFill>
                <a:latin typeface="微软雅黑"/>
              </a:defRPr>
            </a:pPr>
            <a:r>
              <a:t>三个别人抄不走的地方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93976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① 看不见的魔王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玩家就是魔王，但画面上没有魔王——只有他控制的怪，和一路压过来的锅巴。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60904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78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② 相机跟着敌人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9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镜头永远跟着锅巴，玩家是在「被讨伐方的视角」里做决策。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27832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455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③ 双向成长的对赌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他每杀一只怪就变强一点，你每 30 秒拿一条权能；两边曲线谁先拐起来，这局就归谁。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对手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800" b="1">
                <a:solidFill>
                  <a:srgbClr val="F2ECFF"/>
                </a:solidFill>
                <a:latin typeface="微软雅黑"/>
              </a:defRPr>
            </a:pPr>
            <a:r>
              <a:t>锅巴不是一个靶子，是一个会读局的对手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48256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7 个主动技能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点射 / 散射 / 剑气 / 落雷 / 重击 / 干粮 / 翻滚，放技能时站定，被贴脸会翻走。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15184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328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7 条美德天赋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43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你选罪，他长德：谦逊、贞洁、节制……重复获得会升级，越打越像精英。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82112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998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感知与状态机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10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10Hz 感知 + 目标迟滞 + 追击/撤退/蓄力/暴怒四态，不是直线冲脸的木头人。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怎么做出来的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000" b="1">
                <a:solidFill>
                  <a:srgbClr val="F2ECFF"/>
                </a:solidFill>
                <a:latin typeface="微软雅黑"/>
              </a:defRPr>
            </a:pPr>
            <a:r>
              <a:t>AI 出图 + 零音频文件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4937760" cy="2651760"/>
          </a:xfrm>
          <a:prstGeom prst="roundRect">
            <a:avLst/>
          </a:prstGeom>
          <a:solidFill>
            <a:srgbClr val="161322"/>
          </a:solidFill>
          <a:ln w="12700">
            <a:solidFill>
              <a:srgbClr val="2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221992"/>
            <a:ext cx="457200" cy="41148"/>
          </a:xfrm>
          <a:prstGeom prst="rect">
            <a:avLst/>
          </a:prstGeom>
          <a:solidFill>
            <a:srgbClr val="9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13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美术：图像模型生成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怪物、勇者、场景、UI 图标全部由图像模型出图，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统一暗紫血红调，尺寸与锚点对齐后进 Atlas。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人工只做筛选与修边。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65960"/>
            <a:ext cx="4937760" cy="2651760"/>
          </a:xfrm>
          <a:prstGeom prst="roundRect">
            <a:avLst/>
          </a:prstGeom>
          <a:solidFill>
            <a:srgbClr val="161322"/>
          </a:solidFill>
          <a:ln w="12700">
            <a:solidFill>
              <a:srgbClr val="2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221992"/>
            <a:ext cx="457200" cy="4114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134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900" b="1">
                <a:solidFill>
                  <a:srgbClr val="F2ECFF"/>
                </a:solidFill>
                <a:latin typeface="微软雅黑"/>
              </a:defRPr>
            </a:pPr>
            <a:r>
              <a:t>音乐音效：100% 程序合成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没有一个音频文件——全部用 WebAudio 现场合成：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鼓点、法术、命中、升级、败北都是振荡器与噪声。</a:t>
            </a:r>
          </a:p>
          <a:p>
            <a:pPr algn="l">
              <a:lnSpc>
                <a:spcPct val="125000"/>
              </a:lnSpc>
              <a:defRPr sz="1350" b="0">
                <a:solidFill>
                  <a:srgbClr val="9A92B5"/>
                </a:solidFill>
                <a:latin typeface="微软雅黑"/>
              </a:defRPr>
            </a:pPr>
            <a:r>
              <a:t>加载体积为零。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500" b="0">
                <a:solidFill>
                  <a:srgbClr val="9A92B5"/>
                </a:solidFill>
                <a:latin typeface="微软雅黑"/>
              </a:defRPr>
            </a:pPr>
            <a:r>
              <a:t>工程：TypeScript(strict) + PixiJS 8 + 固定步长 1/60 逻辑。</a:t>
            </a:r>
          </a:p>
          <a:p>
            <a:pPr algn="l">
              <a:lnSpc>
                <a:spcPct val="125000"/>
              </a:lnSpc>
              <a:defRPr sz="1500" b="0">
                <a:solidFill>
                  <a:srgbClr val="9A92B5"/>
                </a:solidFill>
                <a:latin typeface="微软雅黑"/>
              </a:defRPr>
            </a:pPr>
            <a:r>
              <a:t>交付物是一个静态站点，点开链接就能玩，不用装、不用登录。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ster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000" b="1">
                <a:solidFill>
                  <a:srgbClr val="F2ECFF"/>
                </a:solidFill>
                <a:latin typeface="微软雅黑"/>
              </a:defRPr>
            </a:pPr>
            <a:r>
              <a:t>不是 Demo：完整一局已经跑通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48256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完整 5 分钟一局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胜负判定、结算数据、再来一局全部闭环；新手教程进局先讲一遍。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15184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328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在线可玩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43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https://gove2004.github.io/20261024/ —— 手机横竖屏都能开。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82112"/>
            <a:ext cx="91440" cy="91440"/>
          </a:xfrm>
          <a:prstGeom prst="ellipse">
            <a:avLst/>
          </a:prstGeom>
          <a:solidFill>
            <a:srgbClr val="E0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998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2ECFF"/>
                </a:solidFill>
                <a:latin typeface="微软雅黑"/>
              </a:defRPr>
            </a:pPr>
            <a:r>
              <a:t>质量门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10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50" b="0">
                <a:solidFill>
                  <a:srgbClr val="9A92B5"/>
                </a:solidFill>
                <a:latin typeface="微软雅黑"/>
              </a:defRPr>
            </a:pPr>
            <a:r>
              <a:t>冒烟测试 70/70 通过，线上探针 LIVE PASS；20 条规则单测全绿。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E02B45"/>
                </a:solidFill>
                <a:latin typeface="微软雅黑"/>
              </a:defRPr>
            </a:pPr>
            <a:r>
              <a:t>锅巴队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4000" b="1">
                <a:solidFill>
                  <a:srgbClr val="F2ECFF"/>
                </a:solidFill>
                <a:latin typeface="微软雅黑"/>
              </a:defRPr>
            </a:pPr>
            <a:r>
              <a:t>郭峰 · 周玉通 · 周家名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97480"/>
            <a:ext cx="2743200" cy="27432"/>
          </a:xfrm>
          <a:prstGeom prst="rect">
            <a:avLst/>
          </a:prstGeom>
          <a:solidFill>
            <a:srgbClr val="9B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700" b="0">
                <a:solidFill>
                  <a:srgbClr val="9A92B5"/>
                </a:solidFill>
                <a:latin typeface="微软雅黑"/>
              </a:defRPr>
            </a:pPr>
            <a:r>
              <a:t>三个人，五天，从策划案写到上线：玩法与数值、战斗 AI、渲染与 UI、美术管线、自动化验证各有人盯。</a:t>
            </a:r>
          </a:p>
          <a:p>
            <a:pPr algn="l">
              <a:lnSpc>
                <a:spcPct val="125000"/>
              </a:lnSpc>
              <a:defRPr sz="1700" b="0">
                <a:solidFill>
                  <a:srgbClr val="9A92B5"/>
                </a:solidFill>
                <a:latin typeface="微软雅黑"/>
              </a:defRPr>
            </a:pPr>
            <a:r>
              <a:t>《锅巴必须死》—— 2026-10-25 · WaytoAGI 1024 切磋大会。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9B6BFF"/>
                </a:solidFill>
                <a:latin typeface="微软雅黑"/>
              </a:defRPr>
            </a:pPr>
            <a:r>
              <a:t>谢谢，来玩一局吧：你现在是魔王了。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