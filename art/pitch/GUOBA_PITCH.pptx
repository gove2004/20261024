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_play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34515"/>
            <a:ext cx="5669280" cy="3188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0972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88B2E"/>
                </a:solidFill>
                <a:latin typeface="微软雅黑" panose="020B0503020204020204" charset="-122"/>
              </a:rPr>
              <a:t>WaytoAGI 1024 切磋大会 · 游戏赛道</a:t>
            </a:r>
            <a:endParaRPr sz="1400" b="0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000" b="1">
                <a:solidFill>
                  <a:srgbClr val="FFFFFF"/>
                </a:solidFill>
                <a:latin typeface="微软雅黑" panose="020B0503020204020204" charset="-122"/>
              </a:rPr>
              <a:t>锅巴必须死</a:t>
            </a:r>
            <a:endParaRPr sz="6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8AA4BE"/>
                </a:solidFill>
                <a:latin typeface="微软雅黑" panose="020B0503020204020204" charset="-122"/>
              </a:rPr>
              <a:t>GUOBA MUST DIE</a:t>
            </a:r>
            <a:endParaRPr sz="2000" b="0">
              <a:solidFill>
                <a:srgbClr val="8AA4B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8B2E"/>
                </a:solidFill>
                <a:latin typeface="微软雅黑" panose="020B0503020204020204" charset="-122"/>
              </a:rPr>
              <a:t>你是深渊，不是勇者。</a:t>
            </a:r>
            <a:endParaRPr sz="2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C8D4E0"/>
                </a:solidFill>
                <a:latin typeface="微软雅黑" panose="020B0503020204020204" charset="-122"/>
              </a:rPr>
              <a:t>反向肉鸽 · 单局 5 分钟 · 浏览器直接玩</a:t>
            </a:r>
            <a:endParaRPr sz="1500" b="0">
              <a:solidFill>
                <a:srgbClr val="C8D4E0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C8D4E0"/>
                </a:solidFill>
                <a:latin typeface="微软雅黑" panose="020B0503020204020204" charset="-122"/>
              </a:rPr>
              <a:t>零音频资源 · 美术 100% 模型生成</a:t>
            </a:r>
            <a:endParaRPr sz="1500" b="0">
              <a:solidFill>
                <a:srgbClr val="C8D4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所有肉鸽教你当英雄，这个游戏让你当魔王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F4E79"/>
                </a:solidFill>
                <a:latin typeface="微软雅黑" panose="020B0503020204020204" charset="-122"/>
              </a:rPr>
              <a:t>你没有身体，不能攻击，也不能移动。</a:t>
            </a:r>
            <a:endParaRPr sz="2200" b="0">
              <a:solidFill>
                <a:srgbClr val="1F4E79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F4E79"/>
                </a:solidFill>
                <a:latin typeface="微软雅黑" panose="020B0503020204020204" charset="-122"/>
              </a:rPr>
              <a:t>你唯一能做的事，是召唤。</a:t>
            </a:r>
            <a:endParaRPr sz="2200" b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5A636E"/>
                </a:solidFill>
                <a:latin typeface="微软雅黑" panose="020B0503020204020204" charset="-122"/>
              </a:rPr>
              <a:t>放什么、放哪、什么时候放 —— 这就是全部的决策。</a:t>
            </a:r>
            <a:endParaRPr sz="1600" b="0">
              <a:solidFill>
                <a:srgbClr val="5A636E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5A636E"/>
                </a:solidFill>
                <a:latin typeface="微软雅黑" panose="020B0503020204020204" charset="-122"/>
              </a:rPr>
              <a:t>五分钟后，只有一个人能活着走出去。</a:t>
            </a:r>
            <a:endParaRPr sz="16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4_m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29743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2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一个动作，两种成长：他杀怪变强，你攒星变凶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E88B2E"/>
                </a:solidFill>
                <a:latin typeface="微软雅黑" panose="020B0503020204020204" charset="-122"/>
              </a:rPr>
              <a:t>你（魔王）</a:t>
            </a:r>
            <a:endParaRPr sz="20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A636E"/>
                </a:solidFill>
                <a:latin typeface="微软雅黑" panose="020B0503020204020204" charset="-122"/>
              </a:rPr>
              <a:t>击杀积累星数</a:t>
            </a:r>
            <a:endParaRPr sz="16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142B45"/>
                </a:solidFill>
                <a:latin typeface="微软雅黑" panose="020B0503020204020204" charset="-122"/>
              </a:rPr>
              <a:t>更高星级 → 更凶的魔物</a:t>
            </a:r>
            <a:endParaRPr sz="17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42B45"/>
                </a:solidFill>
                <a:latin typeface="微软雅黑" panose="020B0503020204020204" charset="-122"/>
              </a:rPr>
              <a:t>升级时从 10 条权能里三选一</a:t>
            </a:r>
            <a:endParaRPr sz="17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</a:rPr>
              <a:t>他（锅巴）</a:t>
            </a:r>
            <a:endParaRPr sz="2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25146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A636E"/>
                </a:solidFill>
                <a:latin typeface="微软雅黑" panose="020B0503020204020204" charset="-122"/>
              </a:rPr>
              <a:t>吃怪获得经验</a:t>
            </a:r>
            <a:endParaRPr sz="16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142B45"/>
                </a:solidFill>
                <a:latin typeface="微软雅黑" panose="020B0503020204020204" charset="-122"/>
              </a:rPr>
              <a:t>每升一级挑一个主动技能</a:t>
            </a:r>
            <a:endParaRPr sz="17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42B45"/>
                </a:solidFill>
                <a:latin typeface="微软雅黑" panose="020B0503020204020204" charset="-122"/>
              </a:rPr>
              <a:t>并随机叠一条被动</a:t>
            </a:r>
            <a:endParaRPr sz="17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42B45"/>
                </a:solidFill>
                <a:latin typeface="微软雅黑" panose="020B0503020204020204" charset="-122"/>
              </a:rPr>
              <a:t>他越打越强，你越摆越凶 —— 两条曲线互相追着涨，谁先撑不住谁输。</a:t>
            </a:r>
            <a:endParaRPr sz="19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A636E"/>
                </a:solidFill>
                <a:latin typeface="微软雅黑" panose="020B0503020204020204" charset="-122"/>
              </a:rPr>
              <a:t>这是整个游戏的张力来源：不是「怎么打死他」，而是「在他变强之前，你有没有准备好」。</a:t>
            </a:r>
            <a:endParaRPr sz="15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3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他叫锅巴：一块焦黄的锅巴，背一把 Y 字弹弓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guob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194560" cy="2194560"/>
          </a:xfrm>
          <a:prstGeom prst="rect">
            <a:avLst/>
          </a:prstGeom>
        </p:spPr>
      </p:pic>
      <p:pic>
        <p:nvPicPr>
          <p:cNvPr id="5" name="Picture 4" descr="guoba-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92024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常态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E88B2E"/>
                </a:solidFill>
                <a:latin typeface="微软雅黑" panose="020B0503020204020204" charset="-122"/>
              </a:rPr>
              <a:t>愤怒（低血量炸毛）</a:t>
            </a:r>
            <a:endParaRPr sz="1300" b="0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E88B2E"/>
                </a:solidFill>
                <a:latin typeface="微软雅黑" panose="020B0503020204020204" charset="-122"/>
              </a:rPr>
              <a:t>性格</a:t>
            </a:r>
            <a:endParaRPr sz="15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2B45"/>
                </a:solidFill>
                <a:latin typeface="微软雅黑" panose="020B0503020204020204" charset="-122"/>
              </a:rPr>
              <a:t>明明只是来打工的，被打急了会炸毛</a:t>
            </a:r>
            <a:endParaRPr sz="15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0" y="2880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E88B2E"/>
                </a:solidFill>
                <a:latin typeface="微软雅黑" panose="020B0503020204020204" charset="-122"/>
              </a:rPr>
              <a:t>口头禅</a:t>
            </a:r>
            <a:endParaRPr sz="15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0" y="288036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2B45"/>
                </a:solidFill>
                <a:latin typeface="微软雅黑" panose="020B0503020204020204" charset="-122"/>
              </a:rPr>
              <a:t>「……我只是想回家吃饭。」</a:t>
            </a:r>
            <a:endParaRPr sz="15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0" y="38404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E88B2E"/>
                </a:solidFill>
                <a:latin typeface="微软雅黑" panose="020B0503020204020204" charset="-122"/>
              </a:rPr>
              <a:t>战斗风格</a:t>
            </a:r>
            <a:endParaRPr sz="15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384048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2B45"/>
                </a:solidFill>
                <a:latin typeface="微软雅黑" panose="020B0503020204020204" charset="-122"/>
              </a:rPr>
              <a:t>全程远程：拉开距离、站定蓄力、放完就滚。他不莽，他惜命</a:t>
            </a:r>
            <a:endParaRPr sz="15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0" y="4800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E88B2E"/>
                </a:solidFill>
                <a:latin typeface="微软雅黑" panose="020B0503020204020204" charset="-122"/>
              </a:rPr>
              <a:t>记忆锚点</a:t>
            </a:r>
            <a:endParaRPr sz="15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0" y="480060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2B45"/>
                </a:solidFill>
                <a:latin typeface="微软雅黑" panose="020B0503020204020204" charset="-122"/>
              </a:rPr>
              <a:t>怒气形态 + 打字机台词 + 升级横幅「锅巴 Lv.N：他变强了」</a:t>
            </a:r>
            <a:endParaRPr sz="15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4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42B45"/>
                </a:solidFill>
                <a:latin typeface="微软雅黑" panose="020B0503020204020204" charset="-122"/>
              </a:rPr>
              <a:t>十秒看懂：教程指给你看，然后就把世界交给你</a:t>
            </a:r>
            <a:endParaRPr sz="2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2_tutori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7356"/>
            <a:ext cx="3520440" cy="1980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840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① 开局教程：冻住世界，指着真实控件讲 4 步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3_play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39" y="1707356"/>
            <a:ext cx="3520440" cy="19802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39" y="3840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② 战斗：点卡 → 点地面，魔物直接摆到他路上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6_result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8" y="1707356"/>
            <a:ext cx="3520440" cy="19802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8" y="3840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③ 结算：评级 + 五项数据，输了立刻想再来一局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2B45"/>
                </a:solidFill>
                <a:latin typeface="微软雅黑" panose="020B0503020204020204" charset="-122"/>
              </a:rPr>
              <a:t>操作只有三件事：点卡、点地面、等他死。手机上同样能玩。</a:t>
            </a:r>
            <a:endParaRPr sz="1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636E"/>
                </a:solidFill>
                <a:latin typeface="微软雅黑" panose="020B0503020204020204" charset="-122"/>
              </a:rPr>
              <a:t>右键 / Esc 取消选择 · Space 暂停 · M 静音</a:t>
            </a:r>
            <a:endParaRPr sz="14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5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手机上也能玩：三个视口都验过，手牌不溢出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m_iPhone14-竖屏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975" y="1783080"/>
            <a:ext cx="2148289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iPhone 14 竖屏 390×664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m_iPhone14-横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99210"/>
            <a:ext cx="2651760" cy="12253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iPhone 14 横屏 844×390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m_iPad-竖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844040"/>
            <a:ext cx="2651760" cy="3535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8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iPad 竖屏 768×1024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6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42B45"/>
                </a:solidFill>
                <a:latin typeface="微软雅黑" panose="020B0503020204020204" charset="-122"/>
              </a:rPr>
              <a:t>声音是算出来的，图是模型生成的</a:t>
            </a:r>
            <a:endParaRPr sz="2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88B2E"/>
                </a:solidFill>
                <a:latin typeface="微软雅黑" panose="020B0503020204020204" charset="-122"/>
              </a:rPr>
              <a:t>零音频资源</a:t>
            </a:r>
            <a:endParaRPr sz="1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BGM 与全部音效由 WebAudio 实时合成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120 BPM / D 弗里几亚，随剩余时间收紧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仓库里没有任何 mp3 / ogg / wav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19659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88B2E"/>
                </a:solidFill>
                <a:latin typeface="微软雅黑" panose="020B0503020204020204" charset="-122"/>
              </a:rPr>
              <a:t>美术 100% 模型生成</a:t>
            </a:r>
            <a:endParaRPr sz="1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19 张贴图：12 只怪 + 主角双形态 + 王座 + 4 张环境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提示词 → 生成 → 抠图 → 评审，全流程脚本化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88B2E"/>
                </a:solidFill>
                <a:latin typeface="微软雅黑" panose="020B0503020204020204" charset="-122"/>
              </a:rPr>
              <a:t>确定性可复现</a:t>
            </a:r>
            <a:endParaRPr sz="1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种子化 RNG + 固定 1/60 步长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同一随机种子能重放整局，测试靠它做定量断言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4069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88B2E"/>
                </a:solidFill>
                <a:latin typeface="微软雅黑" panose="020B0503020204020204" charset="-122"/>
              </a:rPr>
              <a:t>纯静态无后端</a:t>
            </a:r>
            <a:endParaRPr sz="1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44805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dist 约 1.8MB（含全部贴图）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丢到任何静态托管就能跑，子目录部署也正常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7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不是「我觉得能跑」，是每次提交都自动验一遍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1">
                <a:solidFill>
                  <a:srgbClr val="E88B2E"/>
                </a:solidFill>
                <a:latin typeface="微软雅黑" panose="020B0503020204020204" charset="-122"/>
              </a:rPr>
              <a:t>20</a:t>
            </a:r>
            <a:endParaRPr sz="4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42B45"/>
                </a:solidFill>
                <a:latin typeface="微软雅黑" panose="020B0503020204020204" charset="-122"/>
              </a:rPr>
              <a:t>条规则单元测试</a:t>
            </a:r>
            <a:endParaRPr sz="17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伤害公式、星数、升级、技能抽取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1880" y="201168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1">
                <a:solidFill>
                  <a:srgbClr val="E88B2E"/>
                </a:solidFill>
                <a:latin typeface="微软雅黑" panose="020B0503020204020204" charset="-122"/>
              </a:rPr>
              <a:t>62</a:t>
            </a:r>
            <a:endParaRPr sz="4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880" y="2880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42B45"/>
                </a:solidFill>
                <a:latin typeface="微软雅黑" panose="020B0503020204020204" charset="-122"/>
              </a:rPr>
              <a:t>项无头浏览器冒烟</a:t>
            </a:r>
            <a:endParaRPr sz="17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880" y="32918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真实浏览器里跑完整流程并断言画面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1">
                <a:solidFill>
                  <a:srgbClr val="E88B2E"/>
                </a:solidFill>
                <a:latin typeface="微软雅黑" panose="020B0503020204020204" charset="-122"/>
              </a:rPr>
              <a:t>3</a:t>
            </a:r>
            <a:endParaRPr sz="4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42B45"/>
                </a:solidFill>
                <a:latin typeface="微软雅黑" panose="020B0503020204020204" charset="-122"/>
              </a:rPr>
              <a:t>个移动端视口</a:t>
            </a:r>
            <a:endParaRPr sz="17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竖屏 / 横屏 / 平板，断言手牌不溢出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1">
                <a:solidFill>
                  <a:srgbClr val="E88B2E"/>
                </a:solidFill>
                <a:latin typeface="微软雅黑" panose="020B0503020204020204" charset="-122"/>
              </a:rPr>
              <a:t>0</a:t>
            </a:r>
            <a:endParaRPr sz="4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89720" y="2880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42B45"/>
                </a:solidFill>
                <a:latin typeface="微软雅黑" panose="020B0503020204020204" charset="-122"/>
              </a:rPr>
              <a:t>个页面错误</a:t>
            </a:r>
            <a:endParaRPr sz="17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89720" y="32918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教程 → 战斗 → 权能 → 结算全程无报错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42B45"/>
                </a:solidFill>
                <a:latin typeface="微软雅黑" panose="020B0503020204020204" charset="-122"/>
              </a:rPr>
              <a:t>每一轮改完都跑：类型检查 0 错误 / 单测 20 通过 / 构建通过 / 冒烟 62 全过。</a:t>
            </a:r>
            <a:endParaRPr sz="17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636E"/>
                </a:solidFill>
                <a:latin typeface="微软雅黑" panose="020B0503020204020204" charset="-122"/>
              </a:rPr>
              <a:t>数字来自仓库当前提交（v2.8）的实测输出，不是估计值。</a:t>
            </a:r>
            <a:endParaRPr sz="14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8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42B45"/>
                </a:solidFill>
                <a:latin typeface="微软雅黑" panose="020B0503020204020204" charset="-122"/>
              </a:rPr>
              <a:t>难度不是拍脑袋：用机器人跑 300 局，看它到底多难</a:t>
            </a:r>
            <a:endParaRPr sz="2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011680"/>
              </a:tblGrid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实测（300 局）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设计目标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机器人胜率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77.0% ± 4.8%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人类约 40–50%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终局等级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Lv6.0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Lv10（8–13）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均值峰值星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59.3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上限的 65–80%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胜利中位时长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220 秒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5"/>
                          </a:solidFill>
                          <a:latin typeface="微软雅黑" panose="020B0503020204020204" charset="-122"/>
                        </a:rPr>
                        <a:t>260–300 秒</a:t>
                      </a:r>
                      <a:endParaRPr sz="1500" b="0">
                        <a:solidFill>
                          <a:srgbClr val="142B45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E88B2E"/>
                </a:solidFill>
                <a:latin typeface="微软雅黑" panose="020B0503020204020204" charset="-122"/>
              </a:rPr>
              <a:t>怎么读这张表</a:t>
            </a:r>
            <a:endParaRPr sz="16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242316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机器人比人类强：它每秒都在放怪，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不会犹豫、不会算错星数。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所以机器人胜率 77%，对应人类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42B45"/>
                </a:solidFill>
                <a:latin typeface="微软雅黑" panose="020B0503020204020204" charset="-122"/>
              </a:rPr>
              <a:t>大约 40–50% —— 能赢，但不轻松。</a:t>
            </a:r>
            <a:endParaRPr sz="1400" b="0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636E"/>
                </a:solidFill>
                <a:latin typeface="微软雅黑" panose="020B0503020204020204" charset="-122"/>
              </a:rPr>
              <a:t>注：早期用 8–10 局的样本估胜率，误差范围约 ±30%，几乎说明不了问题。所以改成固定跑 300 局再读数字。</a:t>
            </a:r>
            <a:endParaRPr sz="13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9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42B45"/>
                </a:solidFill>
                <a:latin typeface="微软雅黑" panose="020B0503020204020204" charset="-122"/>
              </a:rPr>
              <a:t>我们没做什么，也老实写在这里</a:t>
            </a:r>
            <a:endParaRPr sz="30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E88B2E"/>
                </a:solidFill>
                <a:latin typeface="微软雅黑" panose="020B0503020204020204" charset="-122"/>
              </a:rPr>
              <a:t>·</a:t>
            </a:r>
            <a:endParaRPr sz="22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2B45"/>
                </a:solidFill>
                <a:latin typeface="微软雅黑" panose="020B0503020204020204" charset="-122"/>
              </a:rPr>
              <a:t>只有一张地图</a:t>
            </a:r>
            <a:endParaRPr sz="1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06240" y="20116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A636E"/>
                </a:solidFill>
                <a:latin typeface="微软雅黑" panose="020B0503020204020204" charset="-122"/>
              </a:rPr>
              <a:t>构筑差异来自卡池 / 权能 / 技能抽取，不来自地形。多地图是下一步。</a:t>
            </a:r>
            <a:endParaRPr sz="15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E88B2E"/>
                </a:solidFill>
                <a:latin typeface="微软雅黑" panose="020B0503020204020204" charset="-122"/>
              </a:rPr>
              <a:t>·</a:t>
            </a:r>
            <a:endParaRPr sz="22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154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2B45"/>
                </a:solidFill>
                <a:latin typeface="微软雅黑" panose="020B0503020204020204" charset="-122"/>
              </a:rPr>
              <a:t>难度靠一个「笨蛋 AI」调</a:t>
            </a:r>
            <a:endParaRPr sz="1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06240" y="31546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A636E"/>
                </a:solidFill>
                <a:latin typeface="微软雅黑" panose="020B0503020204020204" charset="-122"/>
              </a:rPr>
              <a:t>模拟机器人比真人稳定，所以真高手的体验会比数据更轻松。</a:t>
            </a:r>
            <a:endParaRPr sz="15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E88B2E"/>
                </a:solidFill>
                <a:latin typeface="微软雅黑" panose="020B0503020204020204" charset="-122"/>
              </a:rPr>
              <a:t>·</a:t>
            </a:r>
            <a:endParaRPr sz="22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2B45"/>
                </a:solidFill>
                <a:latin typeface="微软雅黑" panose="020B0503020204020204" charset="-122"/>
              </a:rPr>
              <a:t>没有存档与排行榜</a:t>
            </a:r>
            <a:endParaRPr sz="1800" b="1">
              <a:solidFill>
                <a:srgbClr val="142B4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42976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A636E"/>
                </a:solidFill>
                <a:latin typeface="微软雅黑" panose="020B0503020204020204" charset="-122"/>
              </a:rPr>
              <a:t>一局 5 分钟，重开成本几乎为零 —— 这是我们主动选的，不是漏做。</a:t>
            </a:r>
            <a:endParaRPr sz="15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E88B2E"/>
                </a:solidFill>
                <a:latin typeface="微软雅黑" panose="020B0503020204020204" charset="-122"/>
              </a:rPr>
              <a:t>把短板写清楚，比藏起来更容易被信任。</a:t>
            </a:r>
            <a:endParaRPr sz="17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锅巴必须死 · GUOBA MUST DIE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5A636E"/>
                </a:solidFill>
                <a:latin typeface="微软雅黑" panose="020B0503020204020204" charset="-122"/>
              </a:rPr>
              <a:t>10 / 11</a:t>
            </a:r>
            <a:endParaRPr sz="1100" b="0">
              <a:solidFill>
                <a:srgbClr val="5A63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现在就可以玩一局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8B2E"/>
                </a:solidFill>
                <a:latin typeface="微软雅黑" panose="020B0503020204020204" charset="-122"/>
              </a:rPr>
              <a:t>https://gove2004.github.io/20261024/</a:t>
            </a:r>
            <a:endParaRPr sz="2800" b="1">
              <a:solidFill>
                <a:srgbClr val="E88B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C8D4E0"/>
                </a:solidFill>
                <a:latin typeface="微软雅黑" panose="020B0503020204020204" charset="-122"/>
              </a:rPr>
              <a:t>手机扫也行，浏览器打开也行。五分钟后你会想再来一局。</a:t>
            </a:r>
            <a:endParaRPr sz="1800" b="0">
              <a:solidFill>
                <a:srgbClr val="C8D4E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谢谢 —— 欢迎现在就试，输赢都行。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8AA4BE"/>
                </a:solidFill>
                <a:latin typeface="微软雅黑" panose="020B0503020204020204" charset="-122"/>
              </a:rPr>
              <a:t>《锅巴必须死》· WaytoAGI 1024 切磋大会 · 游戏赛道</a:t>
            </a:r>
            <a:endParaRPr sz="1400" b="0">
              <a:solidFill>
                <a:srgbClr val="8AA4B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1951</Words>
  <Application>WPS 演示</Application>
  <PresentationFormat>On-screen Show (4:3)</PresentationFormat>
  <Paragraphs>243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WPS_1780488304</cp:lastModifiedBy>
  <cp:revision>2</cp:revision>
  <dcterms:created xsi:type="dcterms:W3CDTF">2013-01-27T09:14:00Z</dcterms:created>
  <dcterms:modified xsi:type="dcterms:W3CDTF">2026-10-25T06:48:30Z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0827559E60B64557951E173B9F898445_13</vt:lpwstr>
  </property>
  <property fmtid="{D5CDD505-2E9C-101B-9397-08002B2CF9AE}" pid="3" name="KSOProductBuildVer">
    <vt:lpwstr>2052-12.1.0.29162</vt:lpwstr>
  </property>
</Properties>
</file>